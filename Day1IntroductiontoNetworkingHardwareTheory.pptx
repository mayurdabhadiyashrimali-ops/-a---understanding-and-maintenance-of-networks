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21505863" cy="18216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470" y="-1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09006-B21A-4472-8071-EE55B18B2EC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06550" y="1143000"/>
            <a:ext cx="3644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2C169-BB3C-421C-8A5B-B618A7A20A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99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2C169-BB3C-421C-8A5B-B618A7A20A7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861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2940" y="2981277"/>
            <a:ext cx="18279984" cy="6342063"/>
          </a:xfrm>
        </p:spPr>
        <p:txBody>
          <a:bodyPr anchor="b"/>
          <a:lstStyle>
            <a:lvl1pPr algn="ctr">
              <a:defRPr sz="141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88233" y="9567914"/>
            <a:ext cx="16129397" cy="4398118"/>
          </a:xfrm>
        </p:spPr>
        <p:txBody>
          <a:bodyPr/>
          <a:lstStyle>
            <a:lvl1pPr marL="0" indent="0" algn="ctr">
              <a:buNone/>
              <a:defRPr sz="5645"/>
            </a:lvl1pPr>
            <a:lvl2pPr marL="1075289" indent="0" algn="ctr">
              <a:buNone/>
              <a:defRPr sz="4704"/>
            </a:lvl2pPr>
            <a:lvl3pPr marL="2150577" indent="0" algn="ctr">
              <a:buNone/>
              <a:defRPr sz="4233"/>
            </a:lvl3pPr>
            <a:lvl4pPr marL="3225866" indent="0" algn="ctr">
              <a:buNone/>
              <a:defRPr sz="3763"/>
            </a:lvl4pPr>
            <a:lvl5pPr marL="4301155" indent="0" algn="ctr">
              <a:buNone/>
              <a:defRPr sz="3763"/>
            </a:lvl5pPr>
            <a:lvl6pPr marL="5376443" indent="0" algn="ctr">
              <a:buNone/>
              <a:defRPr sz="3763"/>
            </a:lvl6pPr>
            <a:lvl7pPr marL="6451732" indent="0" algn="ctr">
              <a:buNone/>
              <a:defRPr sz="3763"/>
            </a:lvl7pPr>
            <a:lvl8pPr marL="7527021" indent="0" algn="ctr">
              <a:buNone/>
              <a:defRPr sz="3763"/>
            </a:lvl8pPr>
            <a:lvl9pPr marL="8602309" indent="0" algn="ctr">
              <a:buNone/>
              <a:defRPr sz="376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DBED-FECC-4C32-84BB-E6440B1240A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8EB9-0E1B-4FD3-9C26-1266363E4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305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DBED-FECC-4C32-84BB-E6440B1240A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8EB9-0E1B-4FD3-9C26-1266363E4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41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7328" y="4541496"/>
            <a:ext cx="18548807" cy="7577583"/>
          </a:xfrm>
        </p:spPr>
        <p:txBody>
          <a:bodyPr anchor="b"/>
          <a:lstStyle>
            <a:lvl1pPr>
              <a:defRPr sz="141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7328" y="12190765"/>
            <a:ext cx="18548807" cy="3984872"/>
          </a:xfrm>
        </p:spPr>
        <p:txBody>
          <a:bodyPr/>
          <a:lstStyle>
            <a:lvl1pPr marL="0" indent="0">
              <a:buNone/>
              <a:defRPr sz="5645">
                <a:solidFill>
                  <a:schemeClr val="tx1">
                    <a:tint val="82000"/>
                  </a:schemeClr>
                </a:solidFill>
              </a:defRPr>
            </a:lvl1pPr>
            <a:lvl2pPr marL="1075289" indent="0">
              <a:buNone/>
              <a:defRPr sz="4704">
                <a:solidFill>
                  <a:schemeClr val="tx1">
                    <a:tint val="82000"/>
                  </a:schemeClr>
                </a:solidFill>
              </a:defRPr>
            </a:lvl2pPr>
            <a:lvl3pPr marL="2150577" indent="0">
              <a:buNone/>
              <a:defRPr sz="4233">
                <a:solidFill>
                  <a:schemeClr val="tx1">
                    <a:tint val="82000"/>
                  </a:schemeClr>
                </a:solidFill>
              </a:defRPr>
            </a:lvl3pPr>
            <a:lvl4pPr marL="3225866" indent="0">
              <a:buNone/>
              <a:defRPr sz="3763">
                <a:solidFill>
                  <a:schemeClr val="tx1">
                    <a:tint val="82000"/>
                  </a:schemeClr>
                </a:solidFill>
              </a:defRPr>
            </a:lvl4pPr>
            <a:lvl5pPr marL="4301155" indent="0">
              <a:buNone/>
              <a:defRPr sz="3763">
                <a:solidFill>
                  <a:schemeClr val="tx1">
                    <a:tint val="82000"/>
                  </a:schemeClr>
                </a:solidFill>
              </a:defRPr>
            </a:lvl5pPr>
            <a:lvl6pPr marL="5376443" indent="0">
              <a:buNone/>
              <a:defRPr sz="3763">
                <a:solidFill>
                  <a:schemeClr val="tx1">
                    <a:tint val="82000"/>
                  </a:schemeClr>
                </a:solidFill>
              </a:defRPr>
            </a:lvl6pPr>
            <a:lvl7pPr marL="6451732" indent="0">
              <a:buNone/>
              <a:defRPr sz="3763">
                <a:solidFill>
                  <a:schemeClr val="tx1">
                    <a:tint val="82000"/>
                  </a:schemeClr>
                </a:solidFill>
              </a:defRPr>
            </a:lvl7pPr>
            <a:lvl8pPr marL="7527021" indent="0">
              <a:buNone/>
              <a:defRPr sz="3763">
                <a:solidFill>
                  <a:schemeClr val="tx1">
                    <a:tint val="82000"/>
                  </a:schemeClr>
                </a:solidFill>
              </a:defRPr>
            </a:lvl8pPr>
            <a:lvl9pPr marL="8602309" indent="0">
              <a:buNone/>
              <a:defRPr sz="376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DBED-FECC-4C32-84BB-E6440B1240A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8EB9-0E1B-4FD3-9C26-1266363E4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67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8528" y="4849316"/>
            <a:ext cx="9139992" cy="11558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87343" y="4849316"/>
            <a:ext cx="9139992" cy="11558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DBED-FECC-4C32-84BB-E6440B1240A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8EB9-0E1B-4FD3-9C26-1266363E4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452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1329" y="969867"/>
            <a:ext cx="18548807" cy="35210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1331" y="4465589"/>
            <a:ext cx="9097987" cy="2188516"/>
          </a:xfrm>
        </p:spPr>
        <p:txBody>
          <a:bodyPr anchor="b"/>
          <a:lstStyle>
            <a:lvl1pPr marL="0" indent="0">
              <a:buNone/>
              <a:defRPr sz="5645" b="1"/>
            </a:lvl1pPr>
            <a:lvl2pPr marL="1075289" indent="0">
              <a:buNone/>
              <a:defRPr sz="4704" b="1"/>
            </a:lvl2pPr>
            <a:lvl3pPr marL="2150577" indent="0">
              <a:buNone/>
              <a:defRPr sz="4233" b="1"/>
            </a:lvl3pPr>
            <a:lvl4pPr marL="3225866" indent="0">
              <a:buNone/>
              <a:defRPr sz="3763" b="1"/>
            </a:lvl4pPr>
            <a:lvl5pPr marL="4301155" indent="0">
              <a:buNone/>
              <a:defRPr sz="3763" b="1"/>
            </a:lvl5pPr>
            <a:lvl6pPr marL="5376443" indent="0">
              <a:buNone/>
              <a:defRPr sz="3763" b="1"/>
            </a:lvl6pPr>
            <a:lvl7pPr marL="6451732" indent="0">
              <a:buNone/>
              <a:defRPr sz="3763" b="1"/>
            </a:lvl7pPr>
            <a:lvl8pPr marL="7527021" indent="0">
              <a:buNone/>
              <a:defRPr sz="3763" b="1"/>
            </a:lvl8pPr>
            <a:lvl9pPr marL="8602309" indent="0">
              <a:buNone/>
              <a:defRPr sz="3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1331" y="6654106"/>
            <a:ext cx="9097987" cy="9787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87344" y="4465589"/>
            <a:ext cx="9142793" cy="2188516"/>
          </a:xfrm>
        </p:spPr>
        <p:txBody>
          <a:bodyPr anchor="b"/>
          <a:lstStyle>
            <a:lvl1pPr marL="0" indent="0">
              <a:buNone/>
              <a:defRPr sz="5645" b="1"/>
            </a:lvl1pPr>
            <a:lvl2pPr marL="1075289" indent="0">
              <a:buNone/>
              <a:defRPr sz="4704" b="1"/>
            </a:lvl2pPr>
            <a:lvl3pPr marL="2150577" indent="0">
              <a:buNone/>
              <a:defRPr sz="4233" b="1"/>
            </a:lvl3pPr>
            <a:lvl4pPr marL="3225866" indent="0">
              <a:buNone/>
              <a:defRPr sz="3763" b="1"/>
            </a:lvl4pPr>
            <a:lvl5pPr marL="4301155" indent="0">
              <a:buNone/>
              <a:defRPr sz="3763" b="1"/>
            </a:lvl5pPr>
            <a:lvl6pPr marL="5376443" indent="0">
              <a:buNone/>
              <a:defRPr sz="3763" b="1"/>
            </a:lvl6pPr>
            <a:lvl7pPr marL="6451732" indent="0">
              <a:buNone/>
              <a:defRPr sz="3763" b="1"/>
            </a:lvl7pPr>
            <a:lvl8pPr marL="7527021" indent="0">
              <a:buNone/>
              <a:defRPr sz="3763" b="1"/>
            </a:lvl8pPr>
            <a:lvl9pPr marL="8602309" indent="0">
              <a:buNone/>
              <a:defRPr sz="3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87344" y="6654106"/>
            <a:ext cx="9142793" cy="9787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DBED-FECC-4C32-84BB-E6440B1240A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8EB9-0E1B-4FD3-9C26-1266363E4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05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DBED-FECC-4C32-84BB-E6440B1240A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8EB9-0E1B-4FD3-9C26-1266363E4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DBED-FECC-4C32-84BB-E6440B1240A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8EB9-0E1B-4FD3-9C26-1266363E4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37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1329" y="1214438"/>
            <a:ext cx="6936201" cy="4250531"/>
          </a:xfrm>
        </p:spPr>
        <p:txBody>
          <a:bodyPr anchor="b"/>
          <a:lstStyle>
            <a:lvl1pPr>
              <a:defRPr sz="75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2793" y="2622852"/>
            <a:ext cx="10887343" cy="12945567"/>
          </a:xfrm>
        </p:spPr>
        <p:txBody>
          <a:bodyPr/>
          <a:lstStyle>
            <a:lvl1pPr>
              <a:defRPr sz="7526"/>
            </a:lvl1pPr>
            <a:lvl2pPr>
              <a:defRPr sz="6585"/>
            </a:lvl2pPr>
            <a:lvl3pPr>
              <a:defRPr sz="5645"/>
            </a:lvl3pPr>
            <a:lvl4pPr>
              <a:defRPr sz="4704"/>
            </a:lvl4pPr>
            <a:lvl5pPr>
              <a:defRPr sz="4704"/>
            </a:lvl5pPr>
            <a:lvl6pPr>
              <a:defRPr sz="4704"/>
            </a:lvl6pPr>
            <a:lvl7pPr>
              <a:defRPr sz="4704"/>
            </a:lvl7pPr>
            <a:lvl8pPr>
              <a:defRPr sz="4704"/>
            </a:lvl8pPr>
            <a:lvl9pPr>
              <a:defRPr sz="47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1329" y="5464969"/>
            <a:ext cx="6936201" cy="10124531"/>
          </a:xfrm>
        </p:spPr>
        <p:txBody>
          <a:bodyPr/>
          <a:lstStyle>
            <a:lvl1pPr marL="0" indent="0">
              <a:buNone/>
              <a:defRPr sz="3763"/>
            </a:lvl1pPr>
            <a:lvl2pPr marL="1075289" indent="0">
              <a:buNone/>
              <a:defRPr sz="3293"/>
            </a:lvl2pPr>
            <a:lvl3pPr marL="2150577" indent="0">
              <a:buNone/>
              <a:defRPr sz="2822"/>
            </a:lvl3pPr>
            <a:lvl4pPr marL="3225866" indent="0">
              <a:buNone/>
              <a:defRPr sz="2352"/>
            </a:lvl4pPr>
            <a:lvl5pPr marL="4301155" indent="0">
              <a:buNone/>
              <a:defRPr sz="2352"/>
            </a:lvl5pPr>
            <a:lvl6pPr marL="5376443" indent="0">
              <a:buNone/>
              <a:defRPr sz="2352"/>
            </a:lvl6pPr>
            <a:lvl7pPr marL="6451732" indent="0">
              <a:buNone/>
              <a:defRPr sz="2352"/>
            </a:lvl7pPr>
            <a:lvl8pPr marL="7527021" indent="0">
              <a:buNone/>
              <a:defRPr sz="2352"/>
            </a:lvl8pPr>
            <a:lvl9pPr marL="8602309" indent="0">
              <a:buNone/>
              <a:defRPr sz="23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DBED-FECC-4C32-84BB-E6440B1240A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8EB9-0E1B-4FD3-9C26-1266363E4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83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1329" y="1214438"/>
            <a:ext cx="6936201" cy="4250531"/>
          </a:xfrm>
        </p:spPr>
        <p:txBody>
          <a:bodyPr anchor="b"/>
          <a:lstStyle>
            <a:lvl1pPr>
              <a:defRPr sz="75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2793" y="2622852"/>
            <a:ext cx="10887343" cy="12945567"/>
          </a:xfrm>
        </p:spPr>
        <p:txBody>
          <a:bodyPr anchor="t"/>
          <a:lstStyle>
            <a:lvl1pPr marL="0" indent="0">
              <a:buNone/>
              <a:defRPr sz="7526"/>
            </a:lvl1pPr>
            <a:lvl2pPr marL="1075289" indent="0">
              <a:buNone/>
              <a:defRPr sz="6585"/>
            </a:lvl2pPr>
            <a:lvl3pPr marL="2150577" indent="0">
              <a:buNone/>
              <a:defRPr sz="5645"/>
            </a:lvl3pPr>
            <a:lvl4pPr marL="3225866" indent="0">
              <a:buNone/>
              <a:defRPr sz="4704"/>
            </a:lvl4pPr>
            <a:lvl5pPr marL="4301155" indent="0">
              <a:buNone/>
              <a:defRPr sz="4704"/>
            </a:lvl5pPr>
            <a:lvl6pPr marL="5376443" indent="0">
              <a:buNone/>
              <a:defRPr sz="4704"/>
            </a:lvl6pPr>
            <a:lvl7pPr marL="6451732" indent="0">
              <a:buNone/>
              <a:defRPr sz="4704"/>
            </a:lvl7pPr>
            <a:lvl8pPr marL="7527021" indent="0">
              <a:buNone/>
              <a:defRPr sz="4704"/>
            </a:lvl8pPr>
            <a:lvl9pPr marL="8602309" indent="0">
              <a:buNone/>
              <a:defRPr sz="4704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1329" y="5464969"/>
            <a:ext cx="6936201" cy="10124531"/>
          </a:xfrm>
        </p:spPr>
        <p:txBody>
          <a:bodyPr/>
          <a:lstStyle>
            <a:lvl1pPr marL="0" indent="0">
              <a:buNone/>
              <a:defRPr sz="3763"/>
            </a:lvl1pPr>
            <a:lvl2pPr marL="1075289" indent="0">
              <a:buNone/>
              <a:defRPr sz="3293"/>
            </a:lvl2pPr>
            <a:lvl3pPr marL="2150577" indent="0">
              <a:buNone/>
              <a:defRPr sz="2822"/>
            </a:lvl3pPr>
            <a:lvl4pPr marL="3225866" indent="0">
              <a:buNone/>
              <a:defRPr sz="2352"/>
            </a:lvl4pPr>
            <a:lvl5pPr marL="4301155" indent="0">
              <a:buNone/>
              <a:defRPr sz="2352"/>
            </a:lvl5pPr>
            <a:lvl6pPr marL="5376443" indent="0">
              <a:buNone/>
              <a:defRPr sz="2352"/>
            </a:lvl6pPr>
            <a:lvl7pPr marL="6451732" indent="0">
              <a:buNone/>
              <a:defRPr sz="2352"/>
            </a:lvl7pPr>
            <a:lvl8pPr marL="7527021" indent="0">
              <a:buNone/>
              <a:defRPr sz="2352"/>
            </a:lvl8pPr>
            <a:lvl9pPr marL="8602309" indent="0">
              <a:buNone/>
              <a:defRPr sz="23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DBED-FECC-4C32-84BB-E6440B1240A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8EB9-0E1B-4FD3-9C26-1266363E4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91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DBED-FECC-4C32-84BB-E6440B1240A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8EB9-0E1B-4FD3-9C26-1266363E4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98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90134" y="969863"/>
            <a:ext cx="4637202" cy="154376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8529" y="969863"/>
            <a:ext cx="13642782" cy="154376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DBED-FECC-4C32-84BB-E6440B1240A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B8EB9-0E1B-4FD3-9C26-1266363E4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383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8528" y="969867"/>
            <a:ext cx="18548807" cy="352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528" y="4849316"/>
            <a:ext cx="18548807" cy="11558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8528" y="16884059"/>
            <a:ext cx="4838819" cy="9698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9DBED-FECC-4C32-84BB-E6440B1240A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23817" y="16884059"/>
            <a:ext cx="7258229" cy="9698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88516" y="16884059"/>
            <a:ext cx="4838819" cy="9698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B8EB9-0E1B-4FD3-9C26-1266363E4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02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150577" rtl="0" eaLnBrk="1" latinLnBrk="0" hangingPunct="1">
        <a:lnSpc>
          <a:spcPct val="90000"/>
        </a:lnSpc>
        <a:spcBef>
          <a:spcPct val="0"/>
        </a:spcBef>
        <a:buNone/>
        <a:defRPr sz="103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7644" indent="-537644" algn="l" defTabSz="2150577" rtl="0" eaLnBrk="1" latinLnBrk="0" hangingPunct="1">
        <a:lnSpc>
          <a:spcPct val="90000"/>
        </a:lnSpc>
        <a:spcBef>
          <a:spcPts val="2352"/>
        </a:spcBef>
        <a:buFont typeface="Arial" panose="020B0604020202020204" pitchFamily="34" charset="0"/>
        <a:buChar char="•"/>
        <a:defRPr sz="6585" kern="1200">
          <a:solidFill>
            <a:schemeClr val="tx1"/>
          </a:solidFill>
          <a:latin typeface="+mn-lt"/>
          <a:ea typeface="+mn-ea"/>
          <a:cs typeface="+mn-cs"/>
        </a:defRPr>
      </a:lvl1pPr>
      <a:lvl2pPr marL="1612933" indent="-537644" algn="l" defTabSz="2150577" rtl="0" eaLnBrk="1" latinLnBrk="0" hangingPunct="1">
        <a:lnSpc>
          <a:spcPct val="90000"/>
        </a:lnSpc>
        <a:spcBef>
          <a:spcPts val="1176"/>
        </a:spcBef>
        <a:buFont typeface="Arial" panose="020B0604020202020204" pitchFamily="34" charset="0"/>
        <a:buChar char="•"/>
        <a:defRPr sz="5645" kern="1200">
          <a:solidFill>
            <a:schemeClr val="tx1"/>
          </a:solidFill>
          <a:latin typeface="+mn-lt"/>
          <a:ea typeface="+mn-ea"/>
          <a:cs typeface="+mn-cs"/>
        </a:defRPr>
      </a:lvl2pPr>
      <a:lvl3pPr marL="2688222" indent="-537644" algn="l" defTabSz="2150577" rtl="0" eaLnBrk="1" latinLnBrk="0" hangingPunct="1">
        <a:lnSpc>
          <a:spcPct val="90000"/>
        </a:lnSpc>
        <a:spcBef>
          <a:spcPts val="1176"/>
        </a:spcBef>
        <a:buFont typeface="Arial" panose="020B0604020202020204" pitchFamily="34" charset="0"/>
        <a:buChar char="•"/>
        <a:defRPr sz="4704" kern="1200">
          <a:solidFill>
            <a:schemeClr val="tx1"/>
          </a:solidFill>
          <a:latin typeface="+mn-lt"/>
          <a:ea typeface="+mn-ea"/>
          <a:cs typeface="+mn-cs"/>
        </a:defRPr>
      </a:lvl3pPr>
      <a:lvl4pPr marL="3763510" indent="-537644" algn="l" defTabSz="2150577" rtl="0" eaLnBrk="1" latinLnBrk="0" hangingPunct="1">
        <a:lnSpc>
          <a:spcPct val="90000"/>
        </a:lnSpc>
        <a:spcBef>
          <a:spcPts val="1176"/>
        </a:spcBef>
        <a:buFont typeface="Arial" panose="020B0604020202020204" pitchFamily="34" charset="0"/>
        <a:buChar char="•"/>
        <a:defRPr sz="4233" kern="1200">
          <a:solidFill>
            <a:schemeClr val="tx1"/>
          </a:solidFill>
          <a:latin typeface="+mn-lt"/>
          <a:ea typeface="+mn-ea"/>
          <a:cs typeface="+mn-cs"/>
        </a:defRPr>
      </a:lvl4pPr>
      <a:lvl5pPr marL="4838799" indent="-537644" algn="l" defTabSz="2150577" rtl="0" eaLnBrk="1" latinLnBrk="0" hangingPunct="1">
        <a:lnSpc>
          <a:spcPct val="90000"/>
        </a:lnSpc>
        <a:spcBef>
          <a:spcPts val="1176"/>
        </a:spcBef>
        <a:buFont typeface="Arial" panose="020B0604020202020204" pitchFamily="34" charset="0"/>
        <a:buChar char="•"/>
        <a:defRPr sz="4233" kern="1200">
          <a:solidFill>
            <a:schemeClr val="tx1"/>
          </a:solidFill>
          <a:latin typeface="+mn-lt"/>
          <a:ea typeface="+mn-ea"/>
          <a:cs typeface="+mn-cs"/>
        </a:defRPr>
      </a:lvl5pPr>
      <a:lvl6pPr marL="5914088" indent="-537644" algn="l" defTabSz="2150577" rtl="0" eaLnBrk="1" latinLnBrk="0" hangingPunct="1">
        <a:lnSpc>
          <a:spcPct val="90000"/>
        </a:lnSpc>
        <a:spcBef>
          <a:spcPts val="1176"/>
        </a:spcBef>
        <a:buFont typeface="Arial" panose="020B0604020202020204" pitchFamily="34" charset="0"/>
        <a:buChar char="•"/>
        <a:defRPr sz="4233" kern="1200">
          <a:solidFill>
            <a:schemeClr val="tx1"/>
          </a:solidFill>
          <a:latin typeface="+mn-lt"/>
          <a:ea typeface="+mn-ea"/>
          <a:cs typeface="+mn-cs"/>
        </a:defRPr>
      </a:lvl6pPr>
      <a:lvl7pPr marL="6989376" indent="-537644" algn="l" defTabSz="2150577" rtl="0" eaLnBrk="1" latinLnBrk="0" hangingPunct="1">
        <a:lnSpc>
          <a:spcPct val="90000"/>
        </a:lnSpc>
        <a:spcBef>
          <a:spcPts val="1176"/>
        </a:spcBef>
        <a:buFont typeface="Arial" panose="020B0604020202020204" pitchFamily="34" charset="0"/>
        <a:buChar char="•"/>
        <a:defRPr sz="4233" kern="1200">
          <a:solidFill>
            <a:schemeClr val="tx1"/>
          </a:solidFill>
          <a:latin typeface="+mn-lt"/>
          <a:ea typeface="+mn-ea"/>
          <a:cs typeface="+mn-cs"/>
        </a:defRPr>
      </a:lvl7pPr>
      <a:lvl8pPr marL="8064665" indent="-537644" algn="l" defTabSz="2150577" rtl="0" eaLnBrk="1" latinLnBrk="0" hangingPunct="1">
        <a:lnSpc>
          <a:spcPct val="90000"/>
        </a:lnSpc>
        <a:spcBef>
          <a:spcPts val="1176"/>
        </a:spcBef>
        <a:buFont typeface="Arial" panose="020B0604020202020204" pitchFamily="34" charset="0"/>
        <a:buChar char="•"/>
        <a:defRPr sz="4233" kern="1200">
          <a:solidFill>
            <a:schemeClr val="tx1"/>
          </a:solidFill>
          <a:latin typeface="+mn-lt"/>
          <a:ea typeface="+mn-ea"/>
          <a:cs typeface="+mn-cs"/>
        </a:defRPr>
      </a:lvl8pPr>
      <a:lvl9pPr marL="9139954" indent="-537644" algn="l" defTabSz="2150577" rtl="0" eaLnBrk="1" latinLnBrk="0" hangingPunct="1">
        <a:lnSpc>
          <a:spcPct val="90000"/>
        </a:lnSpc>
        <a:spcBef>
          <a:spcPts val="1176"/>
        </a:spcBef>
        <a:buFont typeface="Arial" panose="020B0604020202020204" pitchFamily="34" charset="0"/>
        <a:buChar char="•"/>
        <a:defRPr sz="42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0577" rtl="0" eaLnBrk="1" latinLnBrk="0" hangingPunct="1">
        <a:defRPr sz="4233" kern="1200">
          <a:solidFill>
            <a:schemeClr val="tx1"/>
          </a:solidFill>
          <a:latin typeface="+mn-lt"/>
          <a:ea typeface="+mn-ea"/>
          <a:cs typeface="+mn-cs"/>
        </a:defRPr>
      </a:lvl1pPr>
      <a:lvl2pPr marL="1075289" algn="l" defTabSz="2150577" rtl="0" eaLnBrk="1" latinLnBrk="0" hangingPunct="1">
        <a:defRPr sz="4233" kern="1200">
          <a:solidFill>
            <a:schemeClr val="tx1"/>
          </a:solidFill>
          <a:latin typeface="+mn-lt"/>
          <a:ea typeface="+mn-ea"/>
          <a:cs typeface="+mn-cs"/>
        </a:defRPr>
      </a:lvl2pPr>
      <a:lvl3pPr marL="2150577" algn="l" defTabSz="2150577" rtl="0" eaLnBrk="1" latinLnBrk="0" hangingPunct="1">
        <a:defRPr sz="4233" kern="1200">
          <a:solidFill>
            <a:schemeClr val="tx1"/>
          </a:solidFill>
          <a:latin typeface="+mn-lt"/>
          <a:ea typeface="+mn-ea"/>
          <a:cs typeface="+mn-cs"/>
        </a:defRPr>
      </a:lvl3pPr>
      <a:lvl4pPr marL="3225866" algn="l" defTabSz="2150577" rtl="0" eaLnBrk="1" latinLnBrk="0" hangingPunct="1">
        <a:defRPr sz="4233" kern="1200">
          <a:solidFill>
            <a:schemeClr val="tx1"/>
          </a:solidFill>
          <a:latin typeface="+mn-lt"/>
          <a:ea typeface="+mn-ea"/>
          <a:cs typeface="+mn-cs"/>
        </a:defRPr>
      </a:lvl4pPr>
      <a:lvl5pPr marL="4301155" algn="l" defTabSz="2150577" rtl="0" eaLnBrk="1" latinLnBrk="0" hangingPunct="1">
        <a:defRPr sz="4233" kern="1200">
          <a:solidFill>
            <a:schemeClr val="tx1"/>
          </a:solidFill>
          <a:latin typeface="+mn-lt"/>
          <a:ea typeface="+mn-ea"/>
          <a:cs typeface="+mn-cs"/>
        </a:defRPr>
      </a:lvl5pPr>
      <a:lvl6pPr marL="5376443" algn="l" defTabSz="2150577" rtl="0" eaLnBrk="1" latinLnBrk="0" hangingPunct="1">
        <a:defRPr sz="4233" kern="1200">
          <a:solidFill>
            <a:schemeClr val="tx1"/>
          </a:solidFill>
          <a:latin typeface="+mn-lt"/>
          <a:ea typeface="+mn-ea"/>
          <a:cs typeface="+mn-cs"/>
        </a:defRPr>
      </a:lvl6pPr>
      <a:lvl7pPr marL="6451732" algn="l" defTabSz="2150577" rtl="0" eaLnBrk="1" latinLnBrk="0" hangingPunct="1">
        <a:defRPr sz="4233" kern="1200">
          <a:solidFill>
            <a:schemeClr val="tx1"/>
          </a:solidFill>
          <a:latin typeface="+mn-lt"/>
          <a:ea typeface="+mn-ea"/>
          <a:cs typeface="+mn-cs"/>
        </a:defRPr>
      </a:lvl7pPr>
      <a:lvl8pPr marL="7527021" algn="l" defTabSz="2150577" rtl="0" eaLnBrk="1" latinLnBrk="0" hangingPunct="1">
        <a:defRPr sz="4233" kern="1200">
          <a:solidFill>
            <a:schemeClr val="tx1"/>
          </a:solidFill>
          <a:latin typeface="+mn-lt"/>
          <a:ea typeface="+mn-ea"/>
          <a:cs typeface="+mn-cs"/>
        </a:defRPr>
      </a:lvl8pPr>
      <a:lvl9pPr marL="8602309" algn="l" defTabSz="2150577" rtl="0" eaLnBrk="1" latinLnBrk="0" hangingPunct="1">
        <a:defRPr sz="42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FF6ECC-9B46-CFC0-0FF1-10540CEC69BF}"/>
              </a:ext>
            </a:extLst>
          </p:cNvPr>
          <p:cNvSpPr txBox="1"/>
          <p:nvPr/>
        </p:nvSpPr>
        <p:spPr>
          <a:xfrm>
            <a:off x="1410611" y="3261294"/>
            <a:ext cx="18591305" cy="1055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</a:rPr>
              <a:t>Introduction to Networking Hardware</a:t>
            </a:r>
          </a:p>
          <a:p>
            <a:r>
              <a:rPr lang="en-IN" sz="4000" b="1" dirty="0"/>
              <a:t>Overview of Networking Hardware Components</a:t>
            </a:r>
          </a:p>
          <a:p>
            <a:pPr indent="-853092">
              <a:buFont typeface="Arial" panose="020B0604020202020204" pitchFamily="34" charset="0"/>
              <a:buChar char="•"/>
            </a:pPr>
            <a:r>
              <a:rPr lang="en-IN" sz="4000" b="1" dirty="0"/>
              <a:t>Modem:</a:t>
            </a:r>
            <a:r>
              <a:rPr lang="en-IN" sz="4000" dirty="0"/>
              <a:t> Stands for modulator-demodulator; it enables a computer or network to transmit data over telephone or cable lines by converting digital computer information into </a:t>
            </a:r>
            <a:r>
              <a:rPr lang="en-IN" sz="4000" dirty="0" err="1"/>
              <a:t>analog</a:t>
            </a:r>
            <a:r>
              <a:rPr lang="en-IN" sz="4000" dirty="0"/>
              <a:t> waves and vice versa. </a:t>
            </a:r>
          </a:p>
          <a:p>
            <a:pPr indent="-853092">
              <a:buFont typeface="Arial" panose="020B0604020202020204" pitchFamily="34" charset="0"/>
              <a:buChar char="•"/>
            </a:pPr>
            <a:r>
              <a:rPr lang="en-IN" sz="4000" b="1" dirty="0"/>
              <a:t>Router:</a:t>
            </a:r>
            <a:r>
              <a:rPr lang="en-IN" sz="4000" dirty="0"/>
              <a:t> A critical device used to share an internet connection between multiple devices and networks, operating at Layer 3 of the OSI model. </a:t>
            </a:r>
          </a:p>
          <a:p>
            <a:pPr indent="-853092">
              <a:buFont typeface="Arial" panose="020B0604020202020204" pitchFamily="34" charset="0"/>
              <a:buChar char="•"/>
            </a:pPr>
            <a:r>
              <a:rPr lang="en-IN" sz="4000" b="1" dirty="0"/>
              <a:t>Switch:</a:t>
            </a:r>
            <a:r>
              <a:rPr lang="en-IN" sz="4000" dirty="0"/>
              <a:t> A networking device that channels incoming data from any input port to the specific output port toward its destination using physical MAC addresses. It operates as a Layer 2 device, functioning as a unicast device that is faster and recognizes MAC addresses. </a:t>
            </a:r>
          </a:p>
          <a:p>
            <a:pPr indent="-853092">
              <a:buFont typeface="Arial" panose="020B0604020202020204" pitchFamily="34" charset="0"/>
              <a:buChar char="•"/>
            </a:pPr>
            <a:r>
              <a:rPr lang="en-IN" sz="4000" b="1" dirty="0"/>
              <a:t>Access Point (WAP):</a:t>
            </a:r>
            <a:r>
              <a:rPr lang="en-IN" sz="4000" dirty="0"/>
              <a:t> Allows wireless devices to connect to a wired network using radio or infrared signals, offering wireless local area network (WLAN) communication over short distances. </a:t>
            </a:r>
          </a:p>
          <a:p>
            <a:pPr indent="-853092">
              <a:buFont typeface="Arial" panose="020B0604020202020204" pitchFamily="34" charset="0"/>
              <a:buChar char="•"/>
            </a:pPr>
            <a:r>
              <a:rPr lang="en-IN" sz="4000" b="1" dirty="0"/>
              <a:t>Network Cable:</a:t>
            </a:r>
            <a:r>
              <a:rPr lang="en-IN" sz="4000" dirty="0"/>
              <a:t> Acts as the physical transmission media (such as copper twisted-pair, coaxial, or </a:t>
            </a:r>
            <a:r>
              <a:rPr lang="en-IN" sz="4000" dirty="0" err="1"/>
              <a:t>fiber</a:t>
            </a:r>
            <a:r>
              <a:rPr lang="en-IN" sz="4000" dirty="0"/>
              <a:t> optics) over which electrical signals or light pulses travel between networking devices. </a:t>
            </a:r>
            <a:endParaRPr lang="en-IN" sz="4000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824224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ACBA52-4FF4-E3CC-92CA-BCB2CDDE5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25789"/>
            <a:ext cx="19584000" cy="1070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900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4206C8-4AB4-C1CB-65EB-0EC068A3A050}"/>
              </a:ext>
            </a:extLst>
          </p:cNvPr>
          <p:cNvSpPr txBox="1"/>
          <p:nvPr/>
        </p:nvSpPr>
        <p:spPr>
          <a:xfrm>
            <a:off x="211292" y="998249"/>
            <a:ext cx="20911348" cy="12895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highlight>
                  <a:srgbClr val="00FFFF"/>
                </a:highlight>
              </a:rPr>
              <a:t>Main Functions and Real-Life Examples of Networking Devices</a:t>
            </a:r>
          </a:p>
          <a:p>
            <a:pPr indent="-853092">
              <a:buFont typeface="Arial" panose="020B0604020202020204" pitchFamily="34" charset="0"/>
              <a:buChar char="•"/>
            </a:pPr>
            <a:r>
              <a:rPr lang="en-IN" sz="3200" b="1" dirty="0"/>
              <a:t>Modem:</a:t>
            </a:r>
            <a:endParaRPr lang="en-IN" sz="3200" dirty="0"/>
          </a:p>
          <a:p>
            <a:pPr marL="0" lvl="1" indent="-710910">
              <a:buFont typeface="Arial" panose="020B0604020202020204" pitchFamily="34" charset="0"/>
              <a:buChar char="•"/>
            </a:pPr>
            <a:r>
              <a:rPr lang="en-IN" sz="3200" b="1" dirty="0"/>
              <a:t>Main Function:</a:t>
            </a:r>
            <a:r>
              <a:rPr lang="en-IN" sz="3200" dirty="0"/>
              <a:t> Converts digital data from a computer into </a:t>
            </a:r>
            <a:r>
              <a:rPr lang="en-IN" sz="3200" dirty="0" err="1"/>
              <a:t>analog</a:t>
            </a:r>
            <a:r>
              <a:rPr lang="en-IN" sz="3200" dirty="0"/>
              <a:t> signals for transmission over telephone or cable lines, and vice versa. </a:t>
            </a:r>
          </a:p>
          <a:p>
            <a:pPr marL="0" lvl="1" indent="-710910">
              <a:buFont typeface="Arial" panose="020B0604020202020204" pitchFamily="34" charset="0"/>
              <a:buChar char="•"/>
            </a:pPr>
            <a:r>
              <a:rPr lang="en-IN" sz="3200" b="1" dirty="0"/>
              <a:t>Real-Life Example:</a:t>
            </a:r>
            <a:r>
              <a:rPr lang="en-IN" sz="3200" dirty="0"/>
              <a:t> Used at home to connect your household network to your Internet Service Provider (ISP) via a broadband cable or telephone line. </a:t>
            </a:r>
          </a:p>
          <a:p>
            <a:pPr indent="-853092">
              <a:buFont typeface="Arial" panose="020B0604020202020204" pitchFamily="34" charset="0"/>
              <a:buChar char="•"/>
            </a:pPr>
            <a:r>
              <a:rPr lang="en-IN" sz="3200" b="1" dirty="0"/>
              <a:t>Router:</a:t>
            </a:r>
            <a:endParaRPr lang="en-IN" sz="3200" dirty="0"/>
          </a:p>
          <a:p>
            <a:pPr marL="0" lvl="1" indent="-710910">
              <a:buFont typeface="Arial" panose="020B0604020202020204" pitchFamily="34" charset="0"/>
              <a:buChar char="•"/>
            </a:pPr>
            <a:r>
              <a:rPr lang="en-IN" sz="3200" b="1" dirty="0"/>
              <a:t>Main Function:</a:t>
            </a:r>
            <a:r>
              <a:rPr lang="en-IN" sz="3200" dirty="0"/>
              <a:t> Forwards data packets and shares a single internet connection across multiple devices and networks (Layer 3 device). </a:t>
            </a:r>
          </a:p>
          <a:p>
            <a:pPr marL="0" lvl="1" indent="-710910">
              <a:buFont typeface="Arial" panose="020B0604020202020204" pitchFamily="34" charset="0"/>
              <a:buChar char="•"/>
            </a:pPr>
            <a:r>
              <a:rPr lang="en-IN" sz="3200" b="1" dirty="0"/>
              <a:t>Real-Life Example:</a:t>
            </a:r>
            <a:r>
              <a:rPr lang="en-IN" sz="3200" dirty="0"/>
              <a:t> Used at home or in an office to share internet access among computers, smart TVs, and mobile phones. </a:t>
            </a:r>
          </a:p>
          <a:p>
            <a:pPr indent="-853092">
              <a:buFont typeface="Arial" panose="020B0604020202020204" pitchFamily="34" charset="0"/>
              <a:buChar char="•"/>
            </a:pPr>
            <a:r>
              <a:rPr lang="en-IN" sz="3200" b="1" dirty="0"/>
              <a:t>Switch:</a:t>
            </a:r>
            <a:endParaRPr lang="en-IN" sz="3200" dirty="0"/>
          </a:p>
          <a:p>
            <a:pPr marL="0" lvl="1" indent="-710910">
              <a:buFont typeface="Arial" panose="020B0604020202020204" pitchFamily="34" charset="0"/>
              <a:buChar char="•"/>
            </a:pPr>
            <a:r>
              <a:rPr lang="en-IN" sz="3200" b="1" dirty="0"/>
              <a:t>Main Function:</a:t>
            </a:r>
            <a:r>
              <a:rPr lang="en-IN" sz="3200" dirty="0"/>
              <a:t> Channels incoming data frames directly to the intended destination port within a Local Area Network (LAN) using MAC addresses (Layer 2 device). </a:t>
            </a:r>
          </a:p>
          <a:p>
            <a:pPr marL="0" lvl="1" indent="-710910">
              <a:buFont typeface="Arial" panose="020B0604020202020204" pitchFamily="34" charset="0"/>
              <a:buChar char="•"/>
            </a:pPr>
            <a:r>
              <a:rPr lang="en-IN" sz="3200" b="1" dirty="0"/>
              <a:t>Real-Life Example:</a:t>
            </a:r>
            <a:r>
              <a:rPr lang="en-IN" sz="3200" dirty="0"/>
              <a:t> Used in a corporate office or school computer lab to interconnect multiple desktop computers and network printers together. </a:t>
            </a:r>
          </a:p>
          <a:p>
            <a:pPr indent="-853092">
              <a:buFont typeface="Arial" panose="020B0604020202020204" pitchFamily="34" charset="0"/>
              <a:buChar char="•"/>
            </a:pPr>
            <a:r>
              <a:rPr lang="en-IN" sz="3200" b="1" dirty="0"/>
              <a:t>Access Point:</a:t>
            </a:r>
            <a:endParaRPr lang="en-IN" sz="3200" dirty="0"/>
          </a:p>
          <a:p>
            <a:pPr marL="0" lvl="1" indent="-710910">
              <a:buFont typeface="Arial" panose="020B0604020202020204" pitchFamily="34" charset="0"/>
              <a:buChar char="•"/>
            </a:pPr>
            <a:r>
              <a:rPr lang="en-IN" sz="3200" b="1" dirty="0"/>
              <a:t>Main Function:</a:t>
            </a:r>
            <a:r>
              <a:rPr lang="en-IN" sz="3200" dirty="0"/>
              <a:t> Extends a wired network by providing a wireless connection point (Wi-Fi) for wireless client devices. </a:t>
            </a:r>
          </a:p>
          <a:p>
            <a:pPr marL="0" lvl="1" indent="-710910">
              <a:buFont typeface="Arial" panose="020B0604020202020204" pitchFamily="34" charset="0"/>
              <a:buChar char="•"/>
            </a:pPr>
            <a:r>
              <a:rPr lang="en-IN" sz="3200" b="1" dirty="0"/>
              <a:t>Real-Life Example:</a:t>
            </a:r>
            <a:r>
              <a:rPr lang="en-IN" sz="3200" dirty="0"/>
              <a:t> Used in a hotel lobby, campus, or large office building to provide wireless internet coverage to users roaming with laptops and smartphones. </a:t>
            </a:r>
          </a:p>
          <a:p>
            <a:pPr indent="-853092">
              <a:buFont typeface="Arial" panose="020B0604020202020204" pitchFamily="34" charset="0"/>
              <a:buChar char="•"/>
            </a:pPr>
            <a:r>
              <a:rPr lang="en-IN" sz="3200" b="1" dirty="0"/>
              <a:t>Network Cable:</a:t>
            </a:r>
            <a:endParaRPr lang="en-IN" sz="3200" dirty="0"/>
          </a:p>
          <a:p>
            <a:pPr marL="0" lvl="1" indent="-710910">
              <a:buFont typeface="Arial" panose="020B0604020202020204" pitchFamily="34" charset="0"/>
              <a:buChar char="•"/>
            </a:pPr>
            <a:r>
              <a:rPr lang="en-IN" sz="3200" b="1" dirty="0"/>
              <a:t>Main Function:</a:t>
            </a:r>
            <a:r>
              <a:rPr lang="en-IN" sz="3200" dirty="0"/>
              <a:t> Provides the physical transmission pathway for electrical or optical data signals to move between networking devices. </a:t>
            </a:r>
          </a:p>
          <a:p>
            <a:pPr marL="0" lvl="1" indent="-710910">
              <a:buFont typeface="Arial" panose="020B0604020202020204" pitchFamily="34" charset="0"/>
              <a:buChar char="•"/>
            </a:pPr>
            <a:r>
              <a:rPr lang="en-IN" sz="3200" b="1" dirty="0"/>
              <a:t>Real-Life Example:</a:t>
            </a:r>
            <a:r>
              <a:rPr lang="en-IN" sz="3200" dirty="0"/>
              <a:t> An Ethernet cable used to plug a desktop PC directly into a network router or wall port. </a:t>
            </a:r>
            <a:endParaRPr lang="en-IN" sz="3200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183710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 Types of Network Cables : Ethernet, Fiber Optic, Coaxial &amp; Twisted Pair  Explained">
            <a:extLst>
              <a:ext uri="{FF2B5EF4-FFF2-40B4-BE49-F238E27FC236}">
                <a16:creationId xmlns:a16="http://schemas.microsoft.com/office/drawing/2014/main" id="{C358D5E2-1209-B24B-A9D4-2C0E2558B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4818673"/>
            <a:ext cx="18760439" cy="105527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82F0BA-4C1E-694E-B8AC-278E2D0DC564}"/>
              </a:ext>
            </a:extLst>
          </p:cNvPr>
          <p:cNvSpPr txBox="1"/>
          <p:nvPr/>
        </p:nvSpPr>
        <p:spPr>
          <a:xfrm>
            <a:off x="5375909" y="3568667"/>
            <a:ext cx="107518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b="1" dirty="0"/>
              <a:t>T</a:t>
            </a:r>
            <a:r>
              <a:rPr lang="en-IN" sz="6600" b="1" i="0" dirty="0">
                <a:solidFill>
                  <a:schemeClr val="tx1"/>
                </a:solidFill>
                <a:effectLst/>
                <a:latin typeface="+mn-lt"/>
              </a:rPr>
              <a:t>ypes of network cables 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171392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0316A9-9F71-9F50-2648-1505C4F4491C}"/>
              </a:ext>
            </a:extLst>
          </p:cNvPr>
          <p:cNvSpPr txBox="1"/>
          <p:nvPr/>
        </p:nvSpPr>
        <p:spPr>
          <a:xfrm>
            <a:off x="365760" y="3643343"/>
            <a:ext cx="19202400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3600" b="1" dirty="0">
                <a:effectLst/>
                <a:highlight>
                  <a:srgbClr val="FFFF00"/>
                </a:highlight>
                <a:latin typeface="+mn-lt"/>
              </a:rPr>
              <a:t>Types of Network Cables, Source References, and Common Uses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IN" sz="3600" b="1" dirty="0">
                <a:effectLst/>
                <a:latin typeface="+mn-lt"/>
              </a:rPr>
              <a:t>Coaxial Cable (Coax):</a:t>
            </a:r>
            <a:endParaRPr lang="en-IN" sz="3600" dirty="0">
              <a:effectLst/>
              <a:latin typeface="+mn-lt"/>
            </a:endParaRP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IN" sz="3600" b="1" dirty="0">
                <a:effectLst/>
                <a:latin typeface="+mn-lt"/>
              </a:rPr>
              <a:t>Description / Source Reference:</a:t>
            </a:r>
            <a:r>
              <a:rPr lang="en-IN" sz="3600" dirty="0">
                <a:effectLst/>
                <a:latin typeface="+mn-lt"/>
              </a:rPr>
              <a:t> Used in the transmission of audio, video, and broadband communication with high bandwidth and greater transmission capacity. </a:t>
            </a: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IN" sz="3600" b="1" dirty="0">
                <a:effectLst/>
                <a:latin typeface="+mn-lt"/>
              </a:rPr>
              <a:t>Common Use:</a:t>
            </a:r>
            <a:r>
              <a:rPr lang="en-IN" sz="3600" dirty="0">
                <a:effectLst/>
                <a:latin typeface="+mn-lt"/>
              </a:rPr>
              <a:t> Commonly used for cable television (CATV) delivery and legacy broadband internet connections. </a:t>
            </a:r>
          </a:p>
          <a:p>
            <a:pPr marL="0" marR="0" lvl="1" indent="-285750">
              <a:buFont typeface="Arial" panose="020B0604020202020204" pitchFamily="34" charset="0"/>
              <a:buChar char="•"/>
            </a:pPr>
            <a:endParaRPr lang="en-IN" sz="3600" dirty="0">
              <a:effectLst/>
              <a:latin typeface="+mn-lt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IN" sz="3600" b="1" dirty="0">
                <a:effectLst/>
                <a:latin typeface="+mn-lt"/>
              </a:rPr>
              <a:t>Twisted-Pair Cable (e.g., UTP / Cat5e / Cat6):</a:t>
            </a:r>
            <a:endParaRPr lang="en-IN" sz="3600" dirty="0">
              <a:effectLst/>
              <a:latin typeface="+mn-lt"/>
            </a:endParaRP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IN" sz="3600" b="1" dirty="0">
                <a:effectLst/>
                <a:latin typeface="+mn-lt"/>
              </a:rPr>
              <a:t>Description / Source Reference:</a:t>
            </a:r>
            <a:r>
              <a:rPr lang="en-IN" sz="3600" dirty="0">
                <a:effectLst/>
                <a:latin typeface="+mn-lt"/>
              </a:rPr>
              <a:t> Consists of insulated copper wires twisted together to cancel out electromagnetic interference (EMI); acts as the de facto standard for Ethernet LAN wiring. </a:t>
            </a: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IN" sz="3600" b="1" dirty="0">
                <a:effectLst/>
                <a:latin typeface="+mn-lt"/>
              </a:rPr>
              <a:t>Common Use:</a:t>
            </a:r>
            <a:r>
              <a:rPr lang="en-IN" sz="3600" dirty="0">
                <a:effectLst/>
                <a:latin typeface="+mn-lt"/>
              </a:rPr>
              <a:t> Commonly used for connecting computers to switches, routers, and wall jacks in local area networks (LANs). </a:t>
            </a:r>
          </a:p>
          <a:p>
            <a:pPr marL="0" marR="0" lvl="1" indent="-285750">
              <a:buFont typeface="Arial" panose="020B0604020202020204" pitchFamily="34" charset="0"/>
              <a:buChar char="•"/>
            </a:pPr>
            <a:endParaRPr lang="en-IN" sz="3600" dirty="0">
              <a:effectLst/>
              <a:latin typeface="+mn-lt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IN" sz="3600" b="1" dirty="0">
                <a:effectLst/>
                <a:latin typeface="+mn-lt"/>
              </a:rPr>
              <a:t>Fiber Optic Cable:</a:t>
            </a:r>
            <a:endParaRPr lang="en-IN" sz="3600" dirty="0">
              <a:effectLst/>
              <a:latin typeface="+mn-lt"/>
            </a:endParaRP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IN" sz="3600" b="1" dirty="0">
                <a:effectLst/>
                <a:latin typeface="+mn-lt"/>
              </a:rPr>
              <a:t>Description / Source Reference:</a:t>
            </a:r>
            <a:r>
              <a:rPr lang="en-IN" sz="3600" dirty="0">
                <a:effectLst/>
                <a:latin typeface="+mn-lt"/>
              </a:rPr>
              <a:t> A fast information transmission medium that carries communication signals using pulses of light generated by lasers or LEDs. </a:t>
            </a: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IN" sz="3600" b="1" dirty="0">
                <a:effectLst/>
                <a:latin typeface="+mn-lt"/>
              </a:rPr>
              <a:t>Common Use:</a:t>
            </a:r>
            <a:r>
              <a:rPr lang="en-IN" sz="3600" dirty="0">
                <a:effectLst/>
                <a:latin typeface="+mn-lt"/>
              </a:rPr>
              <a:t> Commonly used for high-speed, long-distance data transmission across Wide Area Networks (WANs) and Metropolitan Area Networks (MANs).</a:t>
            </a:r>
            <a:endParaRPr lang="en-IN" sz="3600" dirty="0"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383863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972292-7C40-3DE7-2A7A-F1EB04CB9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427367"/>
              </p:ext>
            </p:extLst>
          </p:nvPr>
        </p:nvGraphicFramePr>
        <p:xfrm>
          <a:off x="883920" y="4438333"/>
          <a:ext cx="18198783" cy="1155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66261">
                  <a:extLst>
                    <a:ext uri="{9D8B030D-6E8A-4147-A177-3AD203B41FA5}">
                      <a16:colId xmlns:a16="http://schemas.microsoft.com/office/drawing/2014/main" val="2453841446"/>
                    </a:ext>
                  </a:extLst>
                </a:gridCol>
                <a:gridCol w="6066261">
                  <a:extLst>
                    <a:ext uri="{9D8B030D-6E8A-4147-A177-3AD203B41FA5}">
                      <a16:colId xmlns:a16="http://schemas.microsoft.com/office/drawing/2014/main" val="2437503950"/>
                    </a:ext>
                  </a:extLst>
                </a:gridCol>
                <a:gridCol w="6066261">
                  <a:extLst>
                    <a:ext uri="{9D8B030D-6E8A-4147-A177-3AD203B41FA5}">
                      <a16:colId xmlns:a16="http://schemas.microsoft.com/office/drawing/2014/main" val="2380150800"/>
                    </a:ext>
                  </a:extLst>
                </a:gridCol>
              </a:tblGrid>
              <a:tr h="48039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Feature / Criteria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Router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Switch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extLst>
                  <a:ext uri="{0D108BD9-81ED-4DB2-BD59-A6C34878D82A}">
                    <a16:rowId xmlns:a16="http://schemas.microsoft.com/office/drawing/2014/main" val="701350130"/>
                  </a:ext>
                </a:extLst>
              </a:tr>
              <a:tr h="209653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Main Use &amp; Function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Connects multiple disparate networks together and manages routing of data packets between them. 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Connects multiple devices together within a single Local Area Network (LAN) to share resources. 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extLst>
                  <a:ext uri="{0D108BD9-81ED-4DB2-BD59-A6C34878D82A}">
                    <a16:rowId xmlns:a16="http://schemas.microsoft.com/office/drawing/2014/main" val="26573607"/>
                  </a:ext>
                </a:extLst>
              </a:tr>
              <a:tr h="128846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OSI Layer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Operates at Layer 3 (Network Layer) of the OSI model. 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Operates at Layer 2 (Data Link Layer) of the OSI model. 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extLst>
                  <a:ext uri="{0D108BD9-81ED-4DB2-BD59-A6C34878D82A}">
                    <a16:rowId xmlns:a16="http://schemas.microsoft.com/office/drawing/2014/main" val="3945500439"/>
                  </a:ext>
                </a:extLst>
              </a:tr>
              <a:tr h="209653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How Data is Handled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Uses IP addresses to forward packets across different networks and determine optimal routing paths. 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Uses MAC addresses contained in data frames to forward traffic directly to the specific target port (unicast). 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extLst>
                  <a:ext uri="{0D108BD9-81ED-4DB2-BD59-A6C34878D82A}">
                    <a16:rowId xmlns:a16="http://schemas.microsoft.com/office/drawing/2014/main" val="938778497"/>
                  </a:ext>
                </a:extLst>
              </a:tr>
              <a:tr h="209653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Typical Location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>
                          <a:effectLst/>
                        </a:rPr>
                        <a:t>Positioned at the boundary between a local network and the outside internet (or between major network segments). </a:t>
                      </a:r>
                      <a:endParaRPr lang="en-IN" sz="380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3800" dirty="0">
                          <a:effectLst/>
                        </a:rPr>
                        <a:t>Positioned inside the local network infrastructure to link workstations, printers, and servers together. </a:t>
                      </a:r>
                      <a:endParaRPr lang="en-IN" sz="3800" dirty="0">
                        <a:effectLst/>
                        <a:latin typeface="Google Sans Text"/>
                      </a:endParaRPr>
                    </a:p>
                  </a:txBody>
                  <a:tcPr marL="82134" marR="82134" marT="54756" marB="54756" anchor="ctr"/>
                </a:tc>
                <a:extLst>
                  <a:ext uri="{0D108BD9-81ED-4DB2-BD59-A6C34878D82A}">
                    <a16:rowId xmlns:a16="http://schemas.microsoft.com/office/drawing/2014/main" val="41452321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2F4D126-BFCF-8135-33B9-316A3E0F74BB}"/>
              </a:ext>
            </a:extLst>
          </p:cNvPr>
          <p:cNvSpPr txBox="1"/>
          <p:nvPr/>
        </p:nvSpPr>
        <p:spPr>
          <a:xfrm>
            <a:off x="6290310" y="3587234"/>
            <a:ext cx="1075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3600" b="1" dirty="0">
                <a:effectLst/>
                <a:latin typeface="+mn-lt"/>
              </a:rPr>
              <a:t>Comparison Table — Router vs. Switch</a:t>
            </a:r>
            <a:endParaRPr lang="en-IN" sz="3600" b="1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4087530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773</Words>
  <Application>Microsoft Office PowerPoint</Application>
  <PresentationFormat>Custom</PresentationFormat>
  <Paragraphs>53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Google Sans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Mayur shrimali</dc:creator>
  <cp:lastModifiedBy>Mayur shrimali</cp:lastModifiedBy>
  <cp:revision>1</cp:revision>
  <dcterms:created xsi:type="dcterms:W3CDTF">2026-10-27T02:03:28Z</dcterms:created>
  <dcterms:modified xsi:type="dcterms:W3CDTF">2026-10-27T02:36:59Z</dcterms:modified>
</cp:coreProperties>
</file>